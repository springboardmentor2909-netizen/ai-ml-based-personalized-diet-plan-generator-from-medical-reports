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2251" y="1733550"/>
            <a:ext cx="513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Diet Planner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291165" y="2571750"/>
            <a:ext cx="45616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Nutrition from Medical Reports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461916" y="3196590"/>
            <a:ext cx="422004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Healthcare Solution | AI + NLP +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Rising Health Crisis: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Diabetes, hypertension, obesity increasing rapidly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Unstructured Data: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Medical reports are handwritten, PDF, or image format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Generic Plans: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One-size-fits-all diet plans don't account for individual health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😕 Patient Confusion: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Patients struggle to understand and follow medical advice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AI-Powered: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Intelligent system that reads medical reports automatically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Personalized: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Generates custom diet plans based on your health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Risk-Aware: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Predicts health risk levels using machine learning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User-Friendly: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Easy web interface with instant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10565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1448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OCR &amp; NLP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text from PDFs, images, and scanned documents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91536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ML Models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235405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predicts health risk from clinical parameters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427624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Smart Diet Engine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596289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personalized weekly meal plans with restrictions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PDF, or scanned medical reports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1594010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Layer: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OCR (extract text) → NLP (identify medical terms) → Structured data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1938337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Layer: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 model predicts health risk level (Low/Medium/High)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2282668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Layer: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Rule-based diet engine creates personalized meal plan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2626995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Streamlit web interface with PDF/JSON download options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Medical Attributes: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Age, glucose, blood pressure, BMI, insulin, skin thickness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Data Cleaning: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Handled missing values, removed inconsistencies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Normalization: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Scaled numerical features for model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Train-Test Split: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training, 20% testing for fair evaluation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Multi-Source: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CSV files merged for comprehensive dataset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9691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47448"/>
            <a:ext cx="7924800" cy="9691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45217"/>
            <a:ext cx="7924800" cy="9691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Comparison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79832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medical data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67604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2996089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memory-efficient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873817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XGBoost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19385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Selected!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accuracy &amp; generalization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30352" y="4766786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applied to reduce overfitting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uploads medical report (text/PDF/image)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539241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OCR extracts text from unstructured documents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NLP identifies medical terms &amp; clinical values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2118359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structured into medical intent format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407923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 model predicts health risk level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697482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Rule-based engine generates personalized meal plan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987041"/>
            <a:ext cx="80832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 displayed on Streamlit interface with downloads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35302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31306"/>
            <a:ext cx="7924800" cy="135302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412935"/>
            <a:ext cx="7924800" cy="135302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994560"/>
            <a:ext cx="7924800" cy="135302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1798323"/>
            <a:ext cx="74676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scikit-learn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3059906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OCR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379947"/>
            <a:ext cx="74676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PyTesseract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NLTK/spaCy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464153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4961572"/>
            <a:ext cx="74676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UI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622316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6543201"/>
            <a:ext cx="74676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Cloud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access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High Training Accuracy: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learned patterns from medical data effectively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Overfitting Detected: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Initial training showed gap between train &amp; test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After Hyperparameter Tuning: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accuracy achieved on both 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Reliable Risk Prediction: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Accurate health risk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Validated Output: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Tested with sample medical inputs, confirmed correct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8882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8082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Real-World Impact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For Patients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7983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actionable diet plans tailored to health conditions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974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 For Doctors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175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analysis of medical data and risk assessment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9166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For Healthcare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2367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lifestyle-related diseases, improves preventive care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3631" y="1790700"/>
            <a:ext cx="591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Healthier Lives Through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708931" y="2567941"/>
            <a:ext cx="3726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nutrition for a better tomorrow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8005" y="3139441"/>
            <a:ext cx="164787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|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2026-01-22T09:35:26Z</dcterms:created>
  <dcterms:modified xsi:type="dcterms:W3CDTF">2026-01-22T09:35:26Z</dcterms:modified>
</cp:coreProperties>
</file>